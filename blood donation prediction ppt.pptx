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7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67" r:id="rId11"/>
    <p:sldId id="268" r:id="rId12"/>
    <p:sldId id="2146847055" r:id="rId13"/>
    <p:sldId id="269" r:id="rId14"/>
    <p:sldId id="2146847058" r:id="rId15"/>
    <p:sldId id="25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466EFC-1F62-CA2C-07B1-96111B302B1B}" v="154" dt="2023-11-22T13:37:01.483"/>
    <p1510:client id="{47C7BCB7-7546-3717-E035-B2126C89CD1A}" v="2" dt="2023-11-22T12:55:27.3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594" autoAdjust="0"/>
  </p:normalViewPr>
  <p:slideViewPr>
    <p:cSldViewPr snapToGrid="0">
      <p:cViewPr>
        <p:scale>
          <a:sx n="76" d="100"/>
          <a:sy n="76" d="100"/>
        </p:scale>
        <p:origin x="-480" y="2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6/19/2026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6/19/2026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6/19/2026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6/19/2026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xmlns="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xmlns="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xmlns="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6/19/2026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xmlns="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xmlns="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6/19/2026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xmlns="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treamlit.io/" TargetMode="External"/><Relationship Id="rId2" Type="http://schemas.openxmlformats.org/officeDocument/2006/relationships/hyperlink" Target="https://pandas.pydata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cikit-learn.org/stable/supervised_learning.html" TargetMode="External"/><Relationship Id="rId4" Type="http://schemas.openxmlformats.org/officeDocument/2006/relationships/hyperlink" Target="https://www.python.org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BloodLife</a:t>
            </a:r>
            <a:r>
              <a:rPr lang="en-US" dirty="0"/>
              <a:t> AI: Blood Donation Prediction System Using Machine Learning</a:t>
            </a: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2196" y="4058588"/>
            <a:ext cx="7980183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Name-  </a:t>
            </a:r>
            <a:r>
              <a:rPr lang="en-US" sz="2000" b="1" dirty="0" err="1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Sohail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Shaikh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Name- </a:t>
            </a:r>
            <a:r>
              <a:rPr lang="en-US" sz="2000" b="1" dirty="0" err="1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Karmaveer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2000" b="1" dirty="0" err="1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Adv.Baburao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2000" b="1" dirty="0" err="1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Ganpatrao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2000" b="1" dirty="0" err="1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Thakre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College of Engineering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Department- 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B.E.(Computer)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469" y="508364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en-US" sz="36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Problem </a:t>
            </a:r>
            <a:r>
              <a:rPr lang="en-US" sz="2000" b="1" dirty="0" smtClean="0">
                <a:latin typeface="Arial"/>
                <a:ea typeface="+mn-lt"/>
                <a:cs typeface="Arial"/>
              </a:rPr>
              <a:t>Statement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Proposed System/Solution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/>
                <a:ea typeface="+mn-lt"/>
                <a:cs typeface="+mn-lt"/>
              </a:rPr>
              <a:t>(Technology Used) </a:t>
            </a:r>
            <a:endParaRPr lang="en-US" dirty="0">
              <a:latin typeface="Arial"/>
              <a:ea typeface="+mn-lt"/>
              <a:cs typeface="+mn-lt"/>
            </a:endParaRPr>
          </a:p>
          <a:p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6733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dirty="0" smtClean="0"/>
              <a:t>Blood </a:t>
            </a:r>
            <a:r>
              <a:rPr lang="en-US" sz="2000" dirty="0"/>
              <a:t>banks often face shortages of blood during </a:t>
            </a:r>
            <a:r>
              <a:rPr lang="en-US" sz="2000" dirty="0" smtClean="0"/>
              <a:t>emergencies.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 smtClean="0"/>
              <a:t>It </a:t>
            </a:r>
            <a:r>
              <a:rPr lang="en-US" sz="2000" dirty="0"/>
              <a:t>is difficult to identify donors who are likely to donate </a:t>
            </a:r>
            <a:r>
              <a:rPr lang="en-US" sz="2000" dirty="0" smtClean="0"/>
              <a:t>again.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 smtClean="0"/>
              <a:t>Contacting </a:t>
            </a:r>
            <a:r>
              <a:rPr lang="en-US" sz="2000" dirty="0"/>
              <a:t>all registered donors requires significant time and </a:t>
            </a:r>
            <a:r>
              <a:rPr lang="en-US" sz="2000" dirty="0" smtClean="0"/>
              <a:t>effort.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Donor records are often underutilized.</a:t>
            </a:r>
            <a:endParaRPr lang="en-US" sz="2000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 smtClean="0"/>
              <a:t>There </a:t>
            </a:r>
            <a:r>
              <a:rPr lang="en-US" sz="2000" dirty="0"/>
              <a:t>is a need for a system that can analyze donor history and support decision-making.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087378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Develop a Machine Learning based Blood Donation Prediction System</a:t>
            </a:r>
            <a:r>
              <a:rPr lang="en-US" sz="2000" dirty="0" smtClean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 smtClean="0"/>
              <a:t>Analyze </a:t>
            </a:r>
            <a:r>
              <a:rPr lang="en-US" sz="2000" dirty="0"/>
              <a:t>previous donation records of donors</a:t>
            </a:r>
            <a:r>
              <a:rPr lang="en-US" sz="2000" dirty="0" smtClean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 smtClean="0"/>
              <a:t>Predict </a:t>
            </a:r>
            <a:r>
              <a:rPr lang="en-US" sz="2000" dirty="0"/>
              <a:t>whether a donor is likely to donate blood </a:t>
            </a:r>
            <a:r>
              <a:rPr lang="en-US" sz="2000" dirty="0" err="1"/>
              <a:t>again.Help</a:t>
            </a:r>
            <a:r>
              <a:rPr lang="en-US" sz="2000" dirty="0"/>
              <a:t> blood banks focus on potential donors</a:t>
            </a:r>
            <a:r>
              <a:rPr lang="en-US" sz="2000" dirty="0" smtClean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 smtClean="0"/>
              <a:t>Improve </a:t>
            </a:r>
            <a:r>
              <a:rPr lang="en-US" sz="2000" dirty="0"/>
              <a:t>blood collection efficiency and availability</a:t>
            </a:r>
            <a:r>
              <a:rPr lang="en-US" sz="2000" dirty="0" smtClean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Support both individual donor prediction and bulk donor analysis</a:t>
            </a:r>
            <a:r>
              <a:rPr lang="en-US" sz="2000" dirty="0" smtClean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Provide insights through dashboards and reports</a:t>
            </a:r>
            <a:r>
              <a:rPr lang="en-US" sz="2000" dirty="0" smtClean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Help blood banks focus on potential donors.</a:t>
            </a:r>
            <a:endParaRPr lang="en-IN" sz="20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088" y="800358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xmlns="" id="{0614F04E-6F49-1ECF-2A47-F63BBF04A3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8666" y="2125082"/>
            <a:ext cx="3589975" cy="5121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sz="1800" b="1" dirty="0" smtClean="0"/>
              <a:t>Programming </a:t>
            </a:r>
            <a:r>
              <a:rPr lang="en-IN" sz="1800" b="1" dirty="0"/>
              <a:t>Language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 smtClean="0"/>
              <a:t>Python</a:t>
            </a:r>
          </a:p>
          <a:p>
            <a:pPr marL="0" indent="0">
              <a:buNone/>
            </a:pPr>
            <a:r>
              <a:rPr lang="en-IN" sz="1800" b="1" dirty="0" smtClean="0"/>
              <a:t>Libraries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 smtClean="0"/>
              <a:t>Pandas</a:t>
            </a:r>
            <a:endParaRPr lang="en-IN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 err="1"/>
              <a:t>NumPy</a:t>
            </a:r>
            <a:endParaRPr lang="en-IN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 err="1"/>
              <a:t>Scikit</a:t>
            </a:r>
            <a:r>
              <a:rPr lang="en-IN" sz="1800" dirty="0"/>
              <a:t>-Learn</a:t>
            </a:r>
          </a:p>
          <a:p>
            <a:pPr marL="0" indent="0">
              <a:buNone/>
            </a:pPr>
            <a:r>
              <a:rPr lang="en-IN" sz="1800" b="1" dirty="0"/>
              <a:t>User Interface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 err="1"/>
              <a:t>Streamlit</a:t>
            </a:r>
            <a:endParaRPr lang="en-IN" sz="1800" dirty="0"/>
          </a:p>
          <a:p>
            <a:pPr marL="0" indent="0">
              <a:buNone/>
            </a:pPr>
            <a:r>
              <a:rPr lang="en-IN" sz="1800" b="1" dirty="0"/>
              <a:t>Development Environment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VS Code</a:t>
            </a:r>
          </a:p>
          <a:p>
            <a:pPr marL="0" indent="0">
              <a:buNone/>
            </a:pPr>
            <a:endParaRPr lang="en-IN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71377" y="2179156"/>
            <a:ext cx="67891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Dataset</a:t>
            </a:r>
          </a:p>
          <a:p>
            <a:pPr marL="285750" indent="-285750"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IN" dirty="0"/>
              <a:t>Blood Transfusion Service </a:t>
            </a:r>
            <a:r>
              <a:rPr lang="en-IN" dirty="0" err="1"/>
              <a:t>Center</a:t>
            </a:r>
            <a:r>
              <a:rPr lang="en-IN" dirty="0"/>
              <a:t> </a:t>
            </a:r>
            <a:r>
              <a:rPr lang="en-IN" dirty="0" smtClean="0"/>
              <a:t>Dataset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Model</a:t>
            </a:r>
          </a:p>
          <a:p>
            <a:pPr marL="285750" indent="-285750"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IN" dirty="0" smtClean="0"/>
              <a:t>Logistic Regression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613774" y="1440492"/>
            <a:ext cx="31690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r>
              <a:rPr lang="en-IN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Technologies Used</a:t>
            </a:r>
          </a:p>
          <a:p>
            <a:pPr>
              <a:buClr>
                <a:schemeClr val="accent1">
                  <a:lumMod val="60000"/>
                  <a:lumOff val="40000"/>
                </a:schemeClr>
              </a:buClr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839" y="739734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64087" y="1227550"/>
            <a:ext cx="5323561" cy="29238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Algorithm Used: Logistic Regression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 smtClean="0"/>
              <a:t>Load </a:t>
            </a:r>
            <a:r>
              <a:rPr lang="en-IN" sz="2000" dirty="0"/>
              <a:t>blood donation dataset</a:t>
            </a:r>
            <a:r>
              <a:rPr lang="en-IN" sz="20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 smtClean="0"/>
              <a:t>Perform </a:t>
            </a:r>
            <a:r>
              <a:rPr lang="en-IN" sz="2000" dirty="0"/>
              <a:t>data </a:t>
            </a:r>
            <a:r>
              <a:rPr lang="en-IN" sz="2000" dirty="0" err="1"/>
              <a:t>preprocessing</a:t>
            </a:r>
            <a:r>
              <a:rPr lang="en-IN" sz="20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 smtClean="0"/>
              <a:t>Split </a:t>
            </a:r>
            <a:r>
              <a:rPr lang="en-IN" sz="2000" dirty="0"/>
              <a:t>data into training and testing sets</a:t>
            </a:r>
            <a:r>
              <a:rPr lang="en-IN" sz="20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 smtClean="0"/>
              <a:t>Train </a:t>
            </a:r>
            <a:r>
              <a:rPr lang="en-IN" sz="2000" dirty="0"/>
              <a:t>Logistic Regression model</a:t>
            </a:r>
            <a:r>
              <a:rPr lang="en-IN" sz="20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 smtClean="0"/>
              <a:t>Save </a:t>
            </a:r>
            <a:r>
              <a:rPr lang="en-IN" sz="2000" dirty="0"/>
              <a:t>trained model</a:t>
            </a:r>
            <a:r>
              <a:rPr lang="en-IN" sz="20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 smtClean="0"/>
              <a:t>Accept </a:t>
            </a:r>
            <a:r>
              <a:rPr lang="en-IN" sz="2000" dirty="0"/>
              <a:t>donor details as input</a:t>
            </a:r>
            <a:r>
              <a:rPr lang="en-IN" sz="20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 smtClean="0"/>
              <a:t>Predict </a:t>
            </a:r>
            <a:r>
              <a:rPr lang="en-IN" sz="2000" dirty="0"/>
              <a:t>donor </a:t>
            </a:r>
            <a:r>
              <a:rPr lang="en-IN" sz="2000" dirty="0" err="1"/>
              <a:t>behavior</a:t>
            </a:r>
            <a:r>
              <a:rPr lang="en-IN" sz="20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 smtClean="0"/>
              <a:t>Display </a:t>
            </a:r>
            <a:r>
              <a:rPr lang="en-IN" sz="2000" dirty="0"/>
              <a:t>prediction result.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4888" y="1365335"/>
            <a:ext cx="3494762" cy="369331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Dataset</a:t>
            </a:r>
          </a:p>
          <a:p>
            <a:pPr algn="ctr"/>
            <a:r>
              <a:rPr lang="en-IN" dirty="0"/>
              <a:t>   ↓</a:t>
            </a:r>
          </a:p>
          <a:p>
            <a:pPr algn="ctr"/>
            <a:r>
              <a:rPr lang="en-IN" dirty="0"/>
              <a:t>Data </a:t>
            </a:r>
            <a:r>
              <a:rPr lang="en-IN" dirty="0" err="1"/>
              <a:t>Preprocessing</a:t>
            </a:r>
            <a:endParaRPr lang="en-IN" dirty="0"/>
          </a:p>
          <a:p>
            <a:pPr algn="ctr"/>
            <a:r>
              <a:rPr lang="en-IN" dirty="0"/>
              <a:t>   ↓</a:t>
            </a:r>
          </a:p>
          <a:p>
            <a:pPr algn="ctr"/>
            <a:r>
              <a:rPr lang="en-IN" dirty="0"/>
              <a:t>Model Training</a:t>
            </a:r>
          </a:p>
          <a:p>
            <a:pPr algn="ctr"/>
            <a:r>
              <a:rPr lang="en-IN" dirty="0"/>
              <a:t>   ↓</a:t>
            </a:r>
          </a:p>
          <a:p>
            <a:pPr algn="ctr"/>
            <a:r>
              <a:rPr lang="en-IN" dirty="0"/>
              <a:t>Logistic Regression</a:t>
            </a:r>
          </a:p>
          <a:p>
            <a:pPr algn="ctr"/>
            <a:r>
              <a:rPr lang="en-IN" dirty="0"/>
              <a:t>   ↓</a:t>
            </a:r>
          </a:p>
          <a:p>
            <a:pPr algn="ctr"/>
            <a:r>
              <a:rPr lang="en-IN" dirty="0"/>
              <a:t>Prediction Engine</a:t>
            </a:r>
          </a:p>
          <a:p>
            <a:pPr algn="ctr"/>
            <a:r>
              <a:rPr lang="en-IN" dirty="0"/>
              <a:t>   ↓</a:t>
            </a:r>
          </a:p>
          <a:p>
            <a:pPr algn="ctr"/>
            <a:r>
              <a:rPr lang="en-IN" dirty="0" err="1"/>
              <a:t>Streamlit</a:t>
            </a:r>
            <a:r>
              <a:rPr lang="en-IN" dirty="0"/>
              <a:t> Dashboard</a:t>
            </a:r>
          </a:p>
          <a:p>
            <a:pPr algn="ctr"/>
            <a:r>
              <a:rPr lang="en-IN" dirty="0"/>
              <a:t>   ↓</a:t>
            </a:r>
          </a:p>
          <a:p>
            <a:pPr algn="ctr"/>
            <a:r>
              <a:rPr lang="en-IN" dirty="0"/>
              <a:t>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4086" y="4294525"/>
            <a:ext cx="5323561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N" sz="2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Deploymen</a:t>
            </a:r>
            <a:r>
              <a:rPr lang="en-IN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t: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/>
              <a:t>Train model using Python</a:t>
            </a:r>
            <a:r>
              <a:rPr lang="en-IN" sz="20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 smtClean="0"/>
              <a:t>Save </a:t>
            </a:r>
            <a:r>
              <a:rPr lang="en-IN" sz="2000" dirty="0"/>
              <a:t>model using Pickle</a:t>
            </a:r>
            <a:r>
              <a:rPr lang="en-IN" sz="20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 smtClean="0"/>
              <a:t>Create </a:t>
            </a:r>
            <a:r>
              <a:rPr lang="en-IN" sz="2000" dirty="0"/>
              <a:t>web interface using </a:t>
            </a:r>
            <a:r>
              <a:rPr lang="en-IN" sz="2000" dirty="0" err="1" smtClean="0"/>
              <a:t>Streamlit</a:t>
            </a:r>
            <a:r>
              <a:rPr lang="en-IN" sz="20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 smtClean="0"/>
              <a:t>Deploy </a:t>
            </a:r>
            <a:r>
              <a:rPr lang="en-IN" sz="2000" dirty="0"/>
              <a:t>application locally</a:t>
            </a:r>
            <a:r>
              <a:rPr lang="en-IN" sz="20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 smtClean="0"/>
              <a:t>Users </a:t>
            </a:r>
            <a:r>
              <a:rPr lang="en-IN" sz="2000" dirty="0"/>
              <a:t>enter donor information</a:t>
            </a:r>
            <a:r>
              <a:rPr lang="en-IN" sz="20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 smtClean="0"/>
              <a:t>System </a:t>
            </a:r>
            <a:r>
              <a:rPr lang="en-IN" sz="2000" dirty="0"/>
              <a:t>displays prediction instantly.</a:t>
            </a:r>
          </a:p>
        </p:txBody>
      </p:sp>
      <p:cxnSp>
        <p:nvCxnSpPr>
          <p:cNvPr id="12" name="Elbow Connector 11"/>
          <p:cNvCxnSpPr>
            <a:stCxn id="6" idx="3"/>
            <a:endCxn id="8" idx="1"/>
          </p:cNvCxnSpPr>
          <p:nvPr/>
        </p:nvCxnSpPr>
        <p:spPr>
          <a:xfrm>
            <a:off x="6087648" y="2689489"/>
            <a:ext cx="1077240" cy="522506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xmlns="" id="{EACDFCCA-3998-2A0E-AE71-80AFE8A15F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8249" y="1240863"/>
            <a:ext cx="4710475" cy="487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400" dirty="0"/>
              <a:t>Sample Input:</a:t>
            </a:r>
          </a:p>
          <a:p>
            <a:r>
              <a:rPr lang="en-US" sz="2000" dirty="0" smtClean="0"/>
              <a:t>Month </a:t>
            </a:r>
            <a:r>
              <a:rPr lang="en-US" sz="2000" dirty="0"/>
              <a:t>since last donation = 2</a:t>
            </a:r>
          </a:p>
          <a:p>
            <a:r>
              <a:rPr lang="en-US" sz="2000" dirty="0" smtClean="0"/>
              <a:t>Total </a:t>
            </a:r>
            <a:r>
              <a:rPr lang="en-US" sz="2000" dirty="0"/>
              <a:t>Donations = 30</a:t>
            </a:r>
          </a:p>
          <a:p>
            <a:r>
              <a:rPr lang="en-US" sz="2000" dirty="0" smtClean="0"/>
              <a:t>Total </a:t>
            </a:r>
            <a:r>
              <a:rPr lang="en-US" sz="2000" dirty="0"/>
              <a:t>Blood </a:t>
            </a:r>
            <a:r>
              <a:rPr lang="en-US" sz="2000" dirty="0" smtClean="0"/>
              <a:t>Donated</a:t>
            </a:r>
          </a:p>
          <a:p>
            <a:pPr marL="0" indent="0">
              <a:buNone/>
            </a:pPr>
            <a:r>
              <a:rPr lang="en-US" sz="2000" dirty="0" smtClean="0"/>
              <a:t>      = 7500</a:t>
            </a:r>
          </a:p>
          <a:p>
            <a:r>
              <a:rPr lang="en-US" sz="2000" dirty="0" smtClean="0"/>
              <a:t>Month since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</a:t>
            </a:r>
            <a:r>
              <a:rPr lang="en-US" sz="2000" dirty="0"/>
              <a:t>First Donation = 70</a:t>
            </a:r>
          </a:p>
          <a:p>
            <a:pPr marL="0" indent="0">
              <a:buNone/>
            </a:pPr>
            <a:r>
              <a:rPr lang="en-US" sz="2400" dirty="0" smtClean="0"/>
              <a:t>Output</a:t>
            </a:r>
            <a:r>
              <a:rPr lang="en-US" sz="2400" dirty="0"/>
              <a:t>:</a:t>
            </a:r>
          </a:p>
          <a:p>
            <a:r>
              <a:rPr lang="en-US" sz="2000" dirty="0"/>
              <a:t>"Likely to </a:t>
            </a:r>
            <a:r>
              <a:rPr lang="en-US" sz="2000" dirty="0" smtClean="0"/>
              <a:t>Donate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</a:t>
            </a:r>
            <a:r>
              <a:rPr lang="en-US" sz="2000" dirty="0"/>
              <a:t>Blood Again"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5644" y="845505"/>
            <a:ext cx="5467609" cy="2732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5643" y="3676915"/>
            <a:ext cx="5467609" cy="2698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9082" y="2532771"/>
            <a:ext cx="3032691" cy="4143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927625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Developed a Machine Learning based Blood Donation Prediction System</a:t>
            </a:r>
            <a:r>
              <a:rPr lang="en-US" sz="2000" dirty="0" smtClean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 smtClean="0"/>
              <a:t>Successfully </a:t>
            </a:r>
            <a:r>
              <a:rPr lang="en-US" sz="2000" dirty="0"/>
              <a:t>predicts future donor behavior</a:t>
            </a:r>
            <a:r>
              <a:rPr lang="en-US" sz="2000" dirty="0" smtClean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 smtClean="0"/>
              <a:t>Helps </a:t>
            </a:r>
            <a:r>
              <a:rPr lang="en-US" sz="2000" dirty="0"/>
              <a:t>blood banks identify potential donors</a:t>
            </a:r>
            <a:r>
              <a:rPr lang="en-US" sz="2000" dirty="0" smtClean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 smtClean="0"/>
              <a:t>Improves </a:t>
            </a:r>
            <a:r>
              <a:rPr lang="en-US" sz="2000" dirty="0"/>
              <a:t>blood availability and management</a:t>
            </a:r>
            <a:r>
              <a:rPr lang="en-US" sz="2000" dirty="0" smtClean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 smtClean="0"/>
              <a:t>Provides </a:t>
            </a:r>
            <a:r>
              <a:rPr lang="en-US" sz="2000" dirty="0"/>
              <a:t>a simple and effective solution</a:t>
            </a:r>
            <a:r>
              <a:rPr lang="en-US" sz="2000" dirty="0" smtClean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Supports both individual and bulk donor analysis.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35670" y="2502904"/>
            <a:ext cx="1102290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/>
              <a:t>SMS and Email notifications</a:t>
            </a:r>
            <a:r>
              <a:rPr lang="en-US" sz="2000" dirty="0" smtClean="0"/>
              <a:t>.</a:t>
            </a:r>
          </a:p>
          <a:p>
            <a:pPr marL="342900" indent="-342900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 smtClean="0"/>
              <a:t>Mobile </a:t>
            </a:r>
            <a:r>
              <a:rPr lang="en-US" sz="2000" dirty="0"/>
              <a:t>application development</a:t>
            </a:r>
            <a:r>
              <a:rPr lang="en-US" sz="2000" dirty="0" smtClean="0"/>
              <a:t>.</a:t>
            </a:r>
          </a:p>
          <a:p>
            <a:pPr marL="342900" indent="-342900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 smtClean="0"/>
              <a:t>Hospital </a:t>
            </a:r>
            <a:r>
              <a:rPr lang="en-US" sz="2000" dirty="0"/>
              <a:t>and blood bank integration</a:t>
            </a:r>
            <a:r>
              <a:rPr lang="en-US" sz="2000" dirty="0" smtClean="0"/>
              <a:t>.</a:t>
            </a:r>
          </a:p>
          <a:p>
            <a:pPr marL="342900" indent="-342900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 smtClean="0"/>
              <a:t>Blood </a:t>
            </a:r>
            <a:r>
              <a:rPr lang="en-US" sz="2000" dirty="0"/>
              <a:t>group-wise prediction</a:t>
            </a:r>
            <a:r>
              <a:rPr lang="en-US" sz="2000" dirty="0" smtClean="0"/>
              <a:t>.</a:t>
            </a:r>
          </a:p>
          <a:p>
            <a:pPr marL="342900" indent="-342900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 smtClean="0"/>
              <a:t>Location-based </a:t>
            </a:r>
            <a:r>
              <a:rPr lang="en-US" sz="2000" dirty="0"/>
              <a:t>donor recommendations</a:t>
            </a:r>
            <a:r>
              <a:rPr lang="en-US" sz="2000" dirty="0" smtClean="0"/>
              <a:t>.</a:t>
            </a:r>
          </a:p>
          <a:p>
            <a:pPr marL="342900" indent="-342900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 smtClean="0"/>
              <a:t>Use </a:t>
            </a:r>
            <a:r>
              <a:rPr lang="en-US" sz="2000" dirty="0"/>
              <a:t>advanced Machine Learning algorithms for better accuracy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A39C82B0-CBA2-0FD2-0400-979E31AC4978}"/>
              </a:ext>
            </a:extLst>
          </p:cNvPr>
          <p:cNvSpPr txBox="1"/>
          <p:nvPr/>
        </p:nvSpPr>
        <p:spPr>
          <a:xfrm>
            <a:off x="668866" y="1325938"/>
            <a:ext cx="99782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 smtClean="0">
                <a:hlinkClick r:id="rId2"/>
              </a:rPr>
              <a:t>pandas </a:t>
            </a:r>
            <a:r>
              <a:rPr lang="en-US" b="1" dirty="0">
                <a:hlinkClick r:id="rId2"/>
              </a:rPr>
              <a:t>- Python Data Analysis </a:t>
            </a:r>
            <a:r>
              <a:rPr lang="en-US" b="1" dirty="0" smtClean="0">
                <a:hlinkClick r:id="rId2"/>
              </a:rPr>
              <a:t>Library</a:t>
            </a:r>
            <a:r>
              <a:rPr lang="en-US" dirty="0" smtClean="0">
                <a:hlinkClick r:id="rId2"/>
              </a:rPr>
              <a:t>  pandas – Python </a:t>
            </a:r>
          </a:p>
          <a:p>
            <a:r>
              <a:rPr lang="en-US" i="1" dirty="0" smtClean="0">
                <a:hlinkClick r:id="rId2"/>
              </a:rPr>
              <a:t>https</a:t>
            </a:r>
            <a:r>
              <a:rPr lang="en-US" i="1" dirty="0">
                <a:hlinkClick r:id="rId2"/>
              </a:rPr>
              <a:t>://pandas.pydata.org</a:t>
            </a:r>
            <a:endParaRPr lang="en-US" dirty="0">
              <a:hlinkClick r:id="rId2"/>
            </a:endParaRP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6868E3FB-22A7-E0B8-4581-182B6AF5A531}"/>
              </a:ext>
            </a:extLst>
          </p:cNvPr>
          <p:cNvSpPr txBox="1"/>
          <p:nvPr/>
        </p:nvSpPr>
        <p:spPr>
          <a:xfrm>
            <a:off x="668866" y="215693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err="1">
                <a:hlinkClick r:id="rId3"/>
              </a:rPr>
              <a:t>Streamlit</a:t>
            </a:r>
            <a:r>
              <a:rPr lang="en-US" dirty="0">
                <a:hlinkClick r:id="rId3"/>
              </a:rPr>
              <a:t> • A faster way to build and share data apps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0AED30D-1BDE-D15E-24BF-CDF91FB17E3B}"/>
              </a:ext>
            </a:extLst>
          </p:cNvPr>
          <p:cNvSpPr txBox="1"/>
          <p:nvPr/>
        </p:nvSpPr>
        <p:spPr>
          <a:xfrm>
            <a:off x="668866" y="288515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 smtClean="0">
                <a:hlinkClick r:id="rId4"/>
              </a:rPr>
              <a:t>Welcome </a:t>
            </a:r>
            <a:r>
              <a:rPr lang="en-US" b="1" dirty="0">
                <a:hlinkClick r:id="rId4"/>
              </a:rPr>
              <a:t>to </a:t>
            </a:r>
            <a:r>
              <a:rPr lang="en-US" b="1" dirty="0" smtClean="0">
                <a:hlinkClick r:id="rId4"/>
              </a:rPr>
              <a:t>Python.org</a:t>
            </a:r>
            <a:r>
              <a:rPr lang="en-US" dirty="0" smtClean="0">
                <a:hlinkClick r:id="rId4"/>
              </a:rPr>
              <a:t>  Python.org  </a:t>
            </a:r>
            <a:r>
              <a:rPr lang="en-US" i="1" dirty="0" smtClean="0">
                <a:hlinkClick r:id="rId4"/>
              </a:rPr>
              <a:t>https</a:t>
            </a:r>
            <a:r>
              <a:rPr lang="en-US" i="1" dirty="0">
                <a:hlinkClick r:id="rId4"/>
              </a:rPr>
              <a:t>://www.python.org</a:t>
            </a:r>
            <a:endParaRPr lang="en-US" dirty="0">
              <a:hlinkClick r:id="rId4"/>
            </a:endParaRP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60239F6C-608D-FFC0-AE73-B5FE2296234F}"/>
              </a:ext>
            </a:extLst>
          </p:cNvPr>
          <p:cNvSpPr txBox="1"/>
          <p:nvPr/>
        </p:nvSpPr>
        <p:spPr>
          <a:xfrm>
            <a:off x="668866" y="38084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hlinkClick r:id="rId5"/>
              </a:rPr>
              <a:t>1. Supervised learning — scikit-learn 1.8.0 documentation</a:t>
            </a:r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668866" y="4494333"/>
            <a:ext cx="10404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 smtClean="0"/>
              <a:t>Blood </a:t>
            </a:r>
            <a:r>
              <a:rPr lang="en-IN" b="1" dirty="0"/>
              <a:t>Transfusion Service </a:t>
            </a:r>
            <a:r>
              <a:rPr lang="en-IN" b="1" dirty="0" smtClean="0"/>
              <a:t>Centre Dataset:</a:t>
            </a:r>
          </a:p>
          <a:p>
            <a:r>
              <a:rPr lang="en-IN" dirty="0" smtClean="0"/>
              <a:t>https://archive.ics.uci.edu/dataset/176/blood+transfusion+service+center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5C18F4-90FF-869B-D16A-31F40314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link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728B4D2-2154-F20B-F64F-A6097D21B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Github</a:t>
            </a:r>
            <a:r>
              <a:rPr lang="en-IN" dirty="0"/>
              <a:t> Link :</a:t>
            </a:r>
          </a:p>
          <a:p>
            <a:r>
              <a:rPr lang="en-IN" dirty="0"/>
              <a:t>Deployment Link: </a:t>
            </a:r>
            <a:r>
              <a:rPr lang="en-IN" dirty="0" err="1"/>
              <a:t>Streamlit</a:t>
            </a:r>
            <a:r>
              <a:rPr lang="en-IN" dirty="0"/>
              <a:t> or </a:t>
            </a:r>
            <a:r>
              <a:rPr lang="en-IN" dirty="0" err="1"/>
              <a:t>gradio</a:t>
            </a:r>
            <a:r>
              <a:rPr lang="en-IN" dirty="0"/>
              <a:t>  links</a:t>
            </a:r>
          </a:p>
        </p:txBody>
      </p:sp>
    </p:spTree>
    <p:extLst>
      <p:ext uri="{BB962C8B-B14F-4D97-AF65-F5344CB8AC3E}">
        <p14:creationId xmlns:p14="http://schemas.microsoft.com/office/powerpoint/2010/main" val="1995909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1150</TotalTime>
  <Words>467</Words>
  <Application>Microsoft Office PowerPoint</Application>
  <PresentationFormat>Custom</PresentationFormat>
  <Paragraphs>114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DividendVTI</vt:lpstr>
      <vt:lpstr>BloodLife AI: Blood Donation Prediction System Using Machine Learning</vt:lpstr>
      <vt:lpstr>OUTLINE</vt:lpstr>
      <vt:lpstr>Problem Statement</vt:lpstr>
      <vt:lpstr>Proposed Solution</vt:lpstr>
      <vt:lpstr>System  Approach</vt:lpstr>
      <vt:lpstr>Algorithm &amp; Deployment</vt:lpstr>
      <vt:lpstr>Result</vt:lpstr>
      <vt:lpstr>Conclusion</vt:lpstr>
      <vt:lpstr>PowerPoint Presentation</vt:lpstr>
      <vt:lpstr>References</vt:lpstr>
      <vt:lpstr>Github link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ismail - [2010]</cp:lastModifiedBy>
  <cp:revision>47</cp:revision>
  <dcterms:created xsi:type="dcterms:W3CDTF">2021-05-26T16:50:10Z</dcterms:created>
  <dcterms:modified xsi:type="dcterms:W3CDTF">2026-06-19T14:23:36Z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